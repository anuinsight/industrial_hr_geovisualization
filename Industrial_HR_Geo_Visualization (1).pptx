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Human Resource Geo-Visualization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India's Industrial Workforce Using NLP &amp; 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- Analyze the distribution of industrial workers across India.</a:t>
            </a:r>
          </a:p>
          <a:p>
            <a:r>
              <a:t>- Understand workforce composition by state, gender, and sector.</a:t>
            </a:r>
          </a:p>
          <a:p>
            <a:r>
              <a:t>- Categorize industries using NLP techniques.</a:t>
            </a:r>
          </a:p>
          <a:p>
            <a:r>
              <a:t>- Provide a geo-visual dashboard for easy insights.</a:t>
            </a:r>
          </a:p>
          <a:p/>
          <a:p>
            <a:r>
              <a:t>Challenges:</a:t>
            </a:r>
          </a:p>
          <a:p>
            <a:r>
              <a:t>- Large number of CSV files for different states.</a:t>
            </a:r>
          </a:p>
          <a:p>
            <a:r>
              <a:t>- Missing and inconsistent data.</a:t>
            </a:r>
          </a:p>
          <a:p>
            <a:r>
              <a:t>- Unstructured industry names.</a:t>
            </a:r>
          </a:p>
          <a:p>
            <a:r>
              <a:t>- Need for meaningful grouping of industries for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Languages &amp; Libraries:</a:t>
            </a:r>
          </a:p>
          <a:p>
            <a:r>
              <a:t>- Python (pandas, numpy, re)</a:t>
            </a:r>
          </a:p>
          <a:p>
            <a:r>
              <a:t>- NLP: nltk, TfidfVectorizer, KMeans, UMAP</a:t>
            </a:r>
          </a:p>
          <a:p>
            <a:r>
              <a:t>- Visualization: plotly, matplotlib, seaborn, wordcloud</a:t>
            </a:r>
          </a:p>
          <a:p>
            <a:r>
              <a:t>- ML: RandomForestClassifier</a:t>
            </a:r>
          </a:p>
          <a:p>
            <a:r>
              <a:t>- Dashboard: Streamlit</a:t>
            </a:r>
          </a:p>
          <a:p/>
          <a:p>
            <a:r>
              <a:t>Other Tools:</a:t>
            </a:r>
          </a:p>
          <a:p>
            <a:r>
              <a:t>- Google Colab (data processing &amp; development)</a:t>
            </a:r>
          </a:p>
          <a:p>
            <a:r>
              <a:t>- GitHub (project versioning)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Preprocessing:</a:t>
            </a:r>
          </a:p>
          <a:p>
            <a:r>
              <a:t>- Upload and merge multiple CSV files.</a:t>
            </a:r>
          </a:p>
          <a:p>
            <a:r>
              <a:t>- Handle missing values and duplicates.</a:t>
            </a:r>
          </a:p>
          <a:p>
            <a:r>
              <a:t>- Add source and state information.</a:t>
            </a:r>
          </a:p>
          <a:p/>
          <a:p>
            <a:r>
              <a:t>EDA:</a:t>
            </a:r>
          </a:p>
          <a:p>
            <a:r>
              <a:t>- Compute total workers per industry and state.</a:t>
            </a:r>
          </a:p>
          <a:p>
            <a:r>
              <a:t>- Analyze gender distribution.</a:t>
            </a:r>
          </a:p>
          <a:p>
            <a:r>
              <a:t>- Rural vs urban workforce breakdown.</a:t>
            </a:r>
          </a:p>
          <a:p/>
          <a:p>
            <a:r>
              <a:t>NLP &amp; Industry Grouping:</a:t>
            </a:r>
          </a:p>
          <a:p>
            <a:r>
              <a:t>- Clean and lemmatize industry names.</a:t>
            </a:r>
          </a:p>
          <a:p>
            <a:r>
              <a:t>- Rule-based grouping of industries.</a:t>
            </a:r>
          </a:p>
          <a:p>
            <a:r>
              <a:t>- Clustering using TF-IDF + KMeans + UMAP.</a:t>
            </a:r>
          </a:p>
          <a:p>
            <a:r>
              <a:t>- Combine rule-based and ML-based classification for final industry group.</a:t>
            </a:r>
          </a:p>
          <a:p/>
          <a:p>
            <a:r>
              <a:t>Machine Learning:</a:t>
            </a:r>
          </a:p>
          <a:p>
            <a:r>
              <a:t>- Train Random Forest classifier on labeled industry groups.</a:t>
            </a:r>
          </a:p>
          <a:p>
            <a:r>
              <a:t>- Predict industry categories for unknown records.</a:t>
            </a:r>
          </a:p>
          <a:p/>
          <a:p>
            <a:r>
              <a:t>Visualization:</a:t>
            </a:r>
          </a:p>
          <a:p>
            <a:r>
              <a:t>- Bar charts, pie charts, heatmaps, word clouds.</a:t>
            </a:r>
          </a:p>
          <a:p>
            <a:r>
              <a:t>- Geo-visualization using Plotly choropleth 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 - Workforce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Insights:</a:t>
            </a:r>
          </a:p>
          <a:p>
            <a:r>
              <a:t>- Top 15 industries by number of workers.</a:t>
            </a:r>
          </a:p>
          <a:p>
            <a:r>
              <a:t>- Top states with highest industrial workforce.</a:t>
            </a:r>
          </a:p>
          <a:p>
            <a:r>
              <a:t>- Gender distribution: male vs female workers.</a:t>
            </a:r>
          </a:p>
          <a:p>
            <a:r>
              <a:t>- Rural vs urban worker ratio.</a:t>
            </a:r>
          </a:p>
          <a:p/>
          <a:p>
            <a:r>
              <a:t>Visuals:</a:t>
            </a:r>
          </a:p>
          <a:p>
            <a:r>
              <a:t>- Bar chart: Top industries</a:t>
            </a:r>
          </a:p>
          <a:p>
            <a:r>
              <a:t>- Bar chart: Female workers by state</a:t>
            </a:r>
          </a:p>
          <a:p>
            <a:r>
              <a:t>- Pie chart: Rural vs urban distribution</a:t>
            </a:r>
          </a:p>
          <a:p>
            <a:r>
              <a:t>- Heatmap: Correlation of numerical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 - Industry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Approach:</a:t>
            </a:r>
          </a:p>
          <a:p>
            <a:r>
              <a:t>- TF-IDF vectorization of industry names.</a:t>
            </a:r>
          </a:p>
          <a:p>
            <a:r>
              <a:t>- Dimensionality reduction (Truncated SVD).</a:t>
            </a:r>
          </a:p>
          <a:p>
            <a:r>
              <a:t>- Clustering using KMeans.</a:t>
            </a:r>
          </a:p>
          <a:p>
            <a:r>
              <a:t>- UMAP projection for 2D visualization.</a:t>
            </a:r>
          </a:p>
          <a:p/>
          <a:p>
            <a:r>
              <a:t>Insights:</a:t>
            </a:r>
          </a:p>
          <a:p>
            <a:r>
              <a:t>- Clusters show distinct industrial groups (Manufacturing, Retail, Construction, etc.)</a:t>
            </a:r>
          </a:p>
          <a:p>
            <a:r>
              <a:t>- Word cloud highlights most common industry keywords.</a:t>
            </a:r>
          </a:p>
          <a:p/>
          <a:p>
            <a:r>
              <a:t>Visuals:</a:t>
            </a:r>
          </a:p>
          <a:p>
            <a:r>
              <a:t>- UMAP scatter plot colored by cluster</a:t>
            </a:r>
          </a:p>
          <a:p>
            <a:r>
              <a:t>- Word cloud of industry names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Industry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+ ML approach:</a:t>
            </a:r>
          </a:p>
          <a:p>
            <a:r>
              <a:t>- Rule-based first: match keywords in industry names.</a:t>
            </a:r>
          </a:p>
          <a:p>
            <a:r>
              <a:t>- ML clustering second: handle uncategorized entries.</a:t>
            </a:r>
          </a:p>
          <a:p>
            <a:r>
              <a:t>- Final group used for dashboard visualizations.</a:t>
            </a:r>
          </a:p>
          <a:p/>
          <a:p>
            <a:r>
              <a:t>Insights:</a:t>
            </a:r>
          </a:p>
          <a:p>
            <a:r>
              <a:t>- Majority of workers belong to Manufacturing, Construction, and Retail.</a:t>
            </a:r>
          </a:p>
          <a:p>
            <a:r>
              <a:t>- Rule-based method improved accuracy for known industry types.</a:t>
            </a:r>
          </a:p>
          <a:p/>
          <a:p>
            <a:r>
              <a:t>Visuals:</a:t>
            </a:r>
          </a:p>
          <a:p>
            <a:r>
              <a:t>- Bar chart: Worker distribution by final industry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r>
              <a:t>- File upload &amp; merge multiple CSVs.</a:t>
            </a:r>
          </a:p>
          <a:p>
            <a:r>
              <a:t>- NLP column search for smart filtering.</a:t>
            </a:r>
          </a:p>
          <a:p>
            <a:r>
              <a:t>- EDA: numeric histograms, summary statistics.</a:t>
            </a:r>
          </a:p>
          <a:p>
            <a:r>
              <a:t>- Geo-visualization: choropleth maps for India by state and metric.</a:t>
            </a:r>
          </a:p>
          <a:p/>
          <a:p>
            <a:r>
              <a:t>Visuals:</a:t>
            </a:r>
          </a:p>
          <a:p>
            <a:r>
              <a:t>- Screenshot of dashboard home</a:t>
            </a:r>
          </a:p>
          <a:p>
            <a:r>
              <a:t>- Screenshot of a map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NLP is useful for cleaning and categorizing unstructured industry names.</a:t>
            </a:r>
          </a:p>
          <a:p>
            <a:r>
              <a:t>- Visual analytics quickly highlights workforce patterns.</a:t>
            </a:r>
          </a:p>
          <a:p>
            <a:r>
              <a:t>- Combining rule-based and ML-based grouping gives more robust results.</a:t>
            </a:r>
          </a:p>
          <a:p>
            <a:r>
              <a:t>- Streamlit enables interactive data exploration without coding.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Include more recent census or workforce data.</a:t>
            </a:r>
          </a:p>
          <a:p>
            <a:r>
              <a:t>- Add predictive modeling for workforce trends.</a:t>
            </a:r>
          </a:p>
          <a:p>
            <a:r>
              <a:t>- Expand geo-visualization to district-level granularity.</a:t>
            </a:r>
          </a:p>
          <a:p>
            <a:r>
              <a:t>- Add interactive filtering by industry group, gender, and rural/urban status.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